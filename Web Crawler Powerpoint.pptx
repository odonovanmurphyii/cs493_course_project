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97FAC-B561-7E76-8CAE-BC944695E07C}" v="62" dt="2026-05-02T00:05:11.887"/>
    <p1510:client id="{E9C0579A-0C0E-124A-841A-D8B6B19C02BE}" v="1" dt="2026-04-30T16:36:28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29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DonovanMurphyII/CS493_Course_Project/tree/presentation_branch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1097280"/>
            <a:ext cx="1097280" cy="54864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1097280"/>
            <a:ext cx="0" cy="109728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55680" y="1645920"/>
            <a:ext cx="0" cy="128016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0" y="2194560"/>
            <a:ext cx="731520" cy="155448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0" y="2926080"/>
            <a:ext cx="0" cy="82296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155680" y="1645920"/>
            <a:ext cx="0" cy="54864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48672" y="987552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045952" y="1536192"/>
            <a:ext cx="219456" cy="219456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82912" y="2084832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63072" y="2816352"/>
            <a:ext cx="219456" cy="219456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314432" y="3639312"/>
            <a:ext cx="219456" cy="21945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7772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 — COURSE PROJECT  ·  SPRING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PageHarvester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58368" y="3657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polite, topic-targeted web crawler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45720" cy="13716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18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Kevon Mair, Nikhil Patel, O’Donovan Murphy, Omar Mountassir ]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Presenter(s)       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Omar Mountassir]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Day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May 2</a:t>
            </a:r>
            <a:r>
              <a:rPr lang="en-US" sz="12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20206]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tasks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2697480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purpose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227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PageHarvester does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3639312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1246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17320" y="3758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how to run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libraries, setup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4581144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65429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17320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basics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1114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agent, cadence, components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17320" y="5522976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55961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417320" y="56418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descriptions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6053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&amp; Logger internals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32320" y="1874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traps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2286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avoidance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2697480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277063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32320" y="2816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3227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Respectful crawling design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0" y="3639312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371246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132320" y="3758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32320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focused fetching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4581144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55080" y="465429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132320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security needs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32320" y="51114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requirements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32320" y="5522976"/>
            <a:ext cx="4434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55961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32320" y="56418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threat model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6053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risk surface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Members &amp; Tasks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distributed across crawler design, security analysis, and documentation. Names to be filled by the team.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054450"/>
              </p:ext>
            </p:extLst>
          </p:nvPr>
        </p:nvGraphicFramePr>
        <p:xfrm>
          <a:off x="457200" y="2103120"/>
          <a:ext cx="1124712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Responsibilities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[Murphy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Crawler core: robots.txt parsing, sitemap retrieval, page download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main.py — Crawler class, request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[Murphy/Patel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Logging, file I/O, output directory layout, error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Logger class, log.txt, output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Patel /Mair]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Attack-surface &amp; threat-model analysis, stakeholder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Surface doc, power-interest 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Mountassir/Mair/Patel]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demo target selection, presentation slides, README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run on guardian.com, this deck, README.md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Crawling Purpose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autonomously parses a target site's robots.txt and downloads HTML pages that match a user-chosen search topic.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IN PRACTICE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robots.txt at a user-supplied URL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listed sitemap XML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sitemaps that contain a topic keyword ("sentinel")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&lt;loc&gt; URLs and verifies each against robots.txt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only allowed pages, writing HTML to disk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action with timestamps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1691640"/>
            <a:ext cx="457200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0" y="1691640"/>
            <a:ext cx="73152" cy="4572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theguardian.com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= "ukraine"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33832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0" dirty="0"/>
          </a:p>
        </p:txBody>
      </p:sp>
      <p:sp>
        <p:nvSpPr>
          <p:cNvPr id="16" name="Text 14"/>
          <p:cNvSpPr/>
          <p:nvPr/>
        </p:nvSpPr>
        <p:spPr>
          <a:xfrm>
            <a:off x="8915400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5486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3252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32520" y="5486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0" y="5486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How to Run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4856" y="17830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4856" y="1783080"/>
            <a:ext cx="36576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4896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4896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4896" y="30632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pure Python 3.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compiled extensions, no framework lock-in. Runs on any OS with a Python 3 interpreter.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67048" y="17830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67048" y="1783080"/>
            <a:ext cx="36576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87088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87088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+ requests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87088" y="30632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   — HTTP fetching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urllib.robotparser — robots.txt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  — regex topic matching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pathlib, datetime, time, os, sys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89240" y="17830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89240" y="1783080"/>
            <a:ext cx="365760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092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0928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command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09280" y="30632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pip install requests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python main.py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Enter robots.txt URL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Enter search topic (or blank for all)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349240"/>
            <a:ext cx="11247120" cy="8686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5349240"/>
            <a:ext cx="73152" cy="868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5458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57332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log.txt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session log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/_pages/&lt;topic&gt;/*.xml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matched sitemaps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/_pages/&lt;topic&gt;/*.html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downloaded pages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Crawler Basics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39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PageHarvester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7's crawler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1104" y="1783080"/>
            <a:ext cx="3639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61104" y="17830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35424" y="19659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35424" y="224028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robots.txt URL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35424" y="27432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User-supplied. Demo: guardian.com/robots.txt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1783080"/>
            <a:ext cx="3639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65008" y="17830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39328" y="19659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39328" y="224028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(configurable)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39328" y="27432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wildcard; can be set to identify the crawler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3639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502152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68503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DELAY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95935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seconds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446227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time.sleep(self.haltTime) between every request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61104" y="3502152"/>
            <a:ext cx="3639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61104" y="3502152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35424" y="368503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35424" y="395935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Sitemap-bounded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35424" y="446227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after all matching sitemap URLs are processed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65008" y="3502152"/>
            <a:ext cx="3639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65008" y="3502152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39328" y="368503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39328" y="395935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Topic-filtered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39328" y="446227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URLs matching the user's search keyword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486400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548640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563624" y="5486400"/>
            <a:ext cx="3081528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63624" y="5486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Crawler.parse_robots_txt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09744" y="548640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9744" y="54864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Crawler.storeSitemaps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99248" y="548640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99248" y="54864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Crawler.downloadPages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Descriptions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371600" cy="107899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8562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  /  log_entry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1945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log.txt at session start, writes a header timestamp, and exposes log_entry() for timestamped event lines used throughout the crawler.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11247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371600" cy="10789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07238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parse_robots_txt(logger)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41071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user-supplied URL ends in /robots.txt, fetches it, parses with urllib.robotparser.RobotFileParser, and prompts the user for a search keyword (sentinel).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11247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123944"/>
            <a:ext cx="1371600" cy="10789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23944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42885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storeSitemaps(sentinel, logger)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62686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Pulls sitemap URLs from the parsed robots.txt. If a sentinel is found, downloads only sitemaps whose XML or URL contain the term; otherwise downloads every allowed sitemap.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5340096"/>
            <a:ext cx="11247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1371600" cy="10789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340096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55046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downloadPages(sitemap, sentinel, logger)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584301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stored sitemap, regex-extracts &lt;loc&gt; URLs, calls RobotFileParser.can_fetch on each, and saves allowed pages as HTML — sleeping 5 s between requests.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— Identifying &amp; Avoiding Crawler Traps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8686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8686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CRAWLER TRAP?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patterns that produce unbounded or near-infinite request chains — calendar pages, dynamic query parameters, recursive directory mirrors, or session-token URLs that change on every visit.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5532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IDENTIFY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signals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depth growing without new domain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path segments (e.g. /a/b/a/b/a)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/ pagination params advancing forever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IDs that mutate per request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size patterns (templated, near-identical content)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788920"/>
            <a:ext cx="5532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82512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PAGEHARVESTER AVOIDS THEM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protections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82512" y="37947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Sitemap-bounded URL set — we never extract links from downloaded HTML, so there is no recursive descent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regex with word boundaries (\b…\b) prunes irrelevant URLs early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enforcement via can_fetch() before every download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workflow — sitemap → loc → fetch, with no link queue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delay caps maximum request rate as a hard ceiling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Designing a Polite / Benign Crawler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items implemented in PageHarvester: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939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inter-request delay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50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sleep between every HTTP call to a target host.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42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as the source of truth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98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URL is gated by RobotFileParser.can_fetch() before fetching.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912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single-threaded I/O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472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request fan-out — at most one in-flight request at a 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39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scope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9959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sitemap URLs that match the user's topic are touched.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288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retry storms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544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request is logged once and skipped; no exponential backoff loop.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837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user-agent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5093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userAgent attribute on Crawler — set once during construction, used end-to-end.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39496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5394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53858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56418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parse, sitemap, fetch, and skip is timestamped in log.txt.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0" y="2057400"/>
            <a:ext cx="53492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0" y="22860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main.py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2560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Politeness in code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75120" y="32004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self.haltTime = 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cleanUrl in cleanUrls: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self.RobotsParser.can_fetch(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self.userAgent, cleanUrl):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self.req = requests.get(cleanUrl)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time.sleep(self.haltTime)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self.req.ok: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logger.log_entry(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f"Good REQ. Saving {cleanUrl}")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write HTML to disk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— Implementing an Efficient Crawler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items in PageHarvester — cutting wasted requests, parses, and disk operations.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856" y="210312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9176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9176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Sitemap-first discovery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9176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link-graph crawling entirely. Sitemaps already enumerate canonical URLs the site wants indexed — no DOM parsing needed.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67048" y="210312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41368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41368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filtering at sitemap level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1368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against raw sitemap XML before fetching any HTML. One sitemap rejects thousands of irrelevant URLs in a single check.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89240" y="210312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635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35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regex matching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356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\bukraine\b avoids false positives like "ukrainian" or partial substring noise — fewer wasted page downloads.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4856" y="4096512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9176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/>
              </a:rPr>
              <a:t>04</a:t>
            </a:r>
            <a:endParaRPr lang="en-US" sz="2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9176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XML cache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9176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Sitemaps are written to /_pages/&lt;topic&gt;/. </a:t>
            </a:r>
          </a:p>
        </p:txBody>
      </p:sp>
      <p:sp>
        <p:nvSpPr>
          <p:cNvPr id="24" name="Shape 22"/>
          <p:cNvSpPr/>
          <p:nvPr/>
        </p:nvSpPr>
        <p:spPr>
          <a:xfrm>
            <a:off x="4267048" y="4096512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41368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41368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file writes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1368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write / close per file; HTML never accumulates in memory across the run.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9240" y="4096512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3560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63560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pipeline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3560" y="5056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store → download. Each stage is independent and re-runnable on its own outputs.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— Business &amp; Security Needs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POWER–INTEREST GRID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2651760" cy="1920240"/>
          </a:xfrm>
          <a:prstGeom prst="rect">
            <a:avLst/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651760" cy="192024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2651760" cy="1920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3794760"/>
            <a:ext cx="2651760" cy="192024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24528" y="2532888"/>
            <a:ext cx="237744" cy="237744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(Dr. Zabihi)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50208" y="4681728"/>
            <a:ext cx="237744" cy="23774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admins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5276088"/>
            <a:ext cx="237744" cy="23774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47088" y="2761488"/>
            <a:ext cx="237744" cy="237744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4884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(us)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 rot="-5400000">
            <a:off x="9144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1874520"/>
            <a:ext cx="0" cy="384048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3794760"/>
            <a:ext cx="53035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6080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Manage closely    </a:t>
            </a: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Keep satisfied    </a:t>
            </a: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Keep informed    </a:t>
            </a: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Monitor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8745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24688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robots.txt and extract sitemap URLs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sitemaps and pages by user keyword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allowed pages to disk; log every action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34290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657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40233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Politeness: ≥ 5 s between requests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log file persists after crashes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runs on any Python 3 host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4983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55778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Honor robots.txt — no fetch without </a:t>
            </a:r>
            <a:r>
              <a:rPr lang="en-US" sz="105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can_fetch</a:t>
            </a:r>
            <a:r>
              <a:rPr lang="en-US" sz="105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()</a:t>
            </a:r>
            <a:endParaRPr lang="en-US" sz="105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auditable via timestamped log.txt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 — Architecture &amp; Threat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7772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057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Two-class object-oriented design with a procedural script driver — Crawler does the work, Logger records it. No persistent state between runs except log.txt and downloaded artifacts on disk.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1000" dirty="0"/>
          </a:p>
        </p:txBody>
      </p:sp>
      <p:pic>
        <p:nvPicPr>
          <p:cNvPr id="12" name="Image 0" descr="/home/claude/deck/imgs/trust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286000" cy="3200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0040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UML DIAGRAMS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1" descr="/home/claude/deck/imgs/uml_craw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017520"/>
            <a:ext cx="3017520" cy="2103120"/>
          </a:xfrm>
          <a:prstGeom prst="rect">
            <a:avLst/>
          </a:prstGeom>
        </p:spPr>
      </p:pic>
      <p:pic>
        <p:nvPicPr>
          <p:cNvPr id="15" name="Image 2" descr="/home/claude/deck/imgs/uml_log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212080"/>
            <a:ext cx="3017520" cy="10058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THREATS  ·  ATTACK SURFACE ANALYSIS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017520"/>
          <a:ext cx="5303520" cy="30175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fetches to untrusted hosts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exposure to attacker-controlled servers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Unvetted 3rd-party libraries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upstream vulnerabilities reach end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Malicious / oversized robots.txt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memory &amp; CPU during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HTML may include protected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or compliance exposure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IP-blocking / CAPTCHAs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Crawler blacklisted from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Live Run Output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494/493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executed 2026-04-26 against guardian.com/robots.txt with topic = "ukraine".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7315200" cy="4206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2258568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34440" y="2258568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25856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log.txt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6766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Init: 2026-04-26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Parsed Robots.txt!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Found \bukraine\b in www.theguardian.com/sitemaps/news.xml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Found \bukraine\b in www.theguardian.com/sitemaps/video.xml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Good REQ. Saving page .../zelenskyy-signs-agreement-with-azerbaijan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Good REQ. Saving page .../russian-airstrikes-ukraine-dnipro-odesa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Good REQ. Saving page .../deadly-russian-strikes-dnipro-ukraine-video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Good REQ. Saving page .../raf-typhoons-russia-drone-nato-romania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Good REQ. Saving page .../chornobyl-power-plant-at-risk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Good REQ. Saving page .../zelenskyy-holds-talks-azerbaijan-saudi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2514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235440" y="2514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parsed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34747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3544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sitemaps stored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44348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35440" y="4434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 downloaded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53949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235440" y="5394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violations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846320"/>
            <a:ext cx="1097280" cy="54864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4846320"/>
            <a:ext cx="0" cy="91440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94560" y="5394960"/>
            <a:ext cx="0" cy="64008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5760720"/>
            <a:ext cx="1005840" cy="274320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475488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03120" y="530352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37360" y="594360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7772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713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PAGEHARVESTER  ·  GROUP 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658368" y="3931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Source code, log, and attack-surface analysis available in the project repository: </a:t>
            </a:r>
            <a:r>
              <a:rPr lang="en-US" sz="1100" dirty="0">
                <a:solidFill>
                  <a:srgbClr val="94A3B8"/>
                </a:solidFill>
                <a:ea typeface="+mn-lt"/>
                <a:cs typeface="+mn-lt"/>
                <a:hlinkClick r:id="rId3"/>
              </a:rPr>
              <a:t>https://github.com/ODonovanMurphyII/CS493_Course_Project/tree/presentation_branch</a:t>
            </a:r>
            <a:r>
              <a:rPr lang="en-US" sz="1100" dirty="0">
                <a:solidFill>
                  <a:srgbClr val="94A3B8"/>
                </a:solidFill>
                <a:ea typeface="+mn-lt"/>
                <a:cs typeface="+mn-lt"/>
              </a:rPr>
              <a:t> 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7AE8A2-074D-A04B-A2C2-A689823E2C3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d84afcf-73d9-4331-a791-1d91ec0c8912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2329c570-b580-4223-803b-427d800e81b6}" enabled="0" method="" siteId="{2329c570-b580-4223-803b-427d800e81b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1810</Words>
  <Application>Microsoft Office PowerPoint</Application>
  <PresentationFormat>Widescreen</PresentationFormat>
  <Paragraphs>338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PageHarvester - Web Crawler Project</dc:title>
  <dc:subject>PptxGenJS Presentation</dc:subject>
  <dc:creator>Group 7</dc:creator>
  <cp:lastModifiedBy>Mountassir, Omar (Student)</cp:lastModifiedBy>
  <cp:revision>54</cp:revision>
  <dcterms:created xsi:type="dcterms:W3CDTF">2026-04-30T15:11:35Z</dcterms:created>
  <dcterms:modified xsi:type="dcterms:W3CDTF">2026-05-02T00:05:13Z</dcterms:modified>
</cp:coreProperties>
</file>